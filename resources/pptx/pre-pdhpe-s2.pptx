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Health, Movement &amp; Wellbeing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PD2-2  ·  PD2-4  ·  PD2-10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how animals meet their health needs through movement and behaviour, and connect these to our own health and wellbeing practices.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describe how an animal moves and what need this movement meets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at least two ways animals and humans have similar health needs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observe animal body language and describe what emotion it might show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ANIMALS AND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Different animals move in different ways for different reasons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Running, swimming, climbing, slithering — each needs different body adaptations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 your PE lessons — which animal movement could you copy?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Activity: copy these animal movements (5 seconds each): gorilla walk, sea lion flap, tiger stalk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IN THE WILD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Wild animals need food, water, shelter, sleep — just like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Exercise: animals in the wild move all day to hunt, forage, escape predators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Stress: animals at the zoo can show signs of stress (pacing, repetitive behaviour)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how is an animal's health similar to your health? How is it different?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EMOTIONS AND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Animals show emotions through body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Happy / playful / stressed / scared — can you tell which is which?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Humans also show emotions in body language — how?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look for signs of the animal's emotional state in its behaviour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OBSERVATION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PDHPE: focus on HOW the animal moves and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Is the movement for exercise? Safety? Social connection? Play?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 what you see to a human health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stronger the connection you make, the better your observation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Observing animal movement patterns and linking to health and fitness concepts; connecting animal behaviours to human wellbeing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5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PDHPE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movement you saw an animal doing today. Why do you think it was moving that way?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way your health is similar to an animal's health and one way it's different.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