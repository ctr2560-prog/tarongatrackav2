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PDHPE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PRE-VISIT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Health, Movement &amp; Wellbeing
Before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E185D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PD2-2  ·  PD2-4  ·  PD2-10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Prepare students for their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E185D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Identify how animals meet their health needs through movement and behaviour, and connect these to our own health and wellbeing practices.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describe how an animal moves and what need this movement meets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identify at least two ways animals and humans have similar health needs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observe animal body language and describe what emotion it might show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BE185D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introducing the animals students will observe on the excursion.
Suggested: Taronga keeper video, National Geographic clip, or animal documentary excerpt.
Aim for 2–4 minutes — pause at key moments to discuss.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ANIMALS AND MOVEMENT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Different animals move in different ways for different reasons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Running, swimming, climbing, slithering — each needs different body adaptations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Think about your PE lessons — which animal movement could you copy?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Activity: copy these animal movements (5 seconds each): gorilla walk, sea lion flap, tiger stalk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HEALTH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Wild animals need food, water, shelter, sleep — just like us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Exercise: animals in the wild move all day to hunt, forage, escape predators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Stress: animals at the zoo can show signs of stress (pacing, repetitive behaviour)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Discuss: how is an animal's health similar to your health? How is it different?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EMOTIONS AND BEHAVIOUR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Animals show emotions through body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Happy / playful / stressed / scared — can you tell which is which?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Humans also show emotions in body language — how?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At the zoo: look for signs of the animal's emotional state in its behaviour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TRACKA OBSERVATION 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For PDHPE: focus on HOW the animal moves and WHY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Is the movement for exercise? Safety? Social connection? Play?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Link what you see to a human health concept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stronger the connection you make, the better your observation 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ANIMAL CHARADES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Split into pairs. One person acts out an animal from Taronga Zoo — no sounds! Can your partner guess in 30 seconds?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PLANNING SESSION — Getting Ready for the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Your Mission at Taronga Zoo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Observing animal movement patterns and linking to health and fitness concepts; connecting animal behaviours to human wellbeing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E185D"/>
                </a:solidFill>
                <a:latin typeface="Calibri"/>
              </a:rPr>
              <a:t>Planning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3464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2880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9864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Choose the animals you most want to observe — write them down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6616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36118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01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What specific thing will you look for at each animal? (behaviour / feature / data)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9768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" y="43434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6168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Which prior knowledge from PDHPE can you connect to each animal?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932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How will you earn maximum points? (read the scoring guide on the next slide)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Name one movement you saw an animal doing at Taronga Zoo. Why do you think it was moving that way?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Write one way your health is similar to an animal's health and one way it's different.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for the zoo — or submit via your teacher's instructions.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