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SCIENCE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Evolution, Natural Selection &amp; Conservation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5238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SC5-14LW  ·  SC5-15LW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5238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Evaluate how natural selection drives adaptation and assess the role of conservation science in managing evolutionary fitness of endangered species.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explain natural selection using variation, selection pressure, and differential reproduction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analyse an animal's adaptations as products of evolutionary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construct a reasoned argument about conservation ethics using scientific evidence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1A5238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EVOLUTION EVIDENCE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adaptations did you observe that most clearly show evolutionary history?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Challenge: identify one potential vestigial structure in an animal you saw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Discuss: Is a zoo animal "still evolving"? What does the evidence suggest?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CONSERVATION SCIENCE CRITIQUE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Taronga's work is scientifically significant — but is it enough?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Success stories: Arabian Oryx, Lord Howe Island Stick Insect recovered from captive programs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Limitations: zoo animals can lose wild behaviours, genetic diversity is still reduced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Class debate: Is captive conservation a solution or a band-aid?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REFLECTION ON PRIMARY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 your Tracka observation score to a peer's — what made the difference?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Identify one claim in your observation that needs stronger scientific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How would a field biologist's observation differ from yours?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ALPHABET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Starting from A, take turns naming an animal. Skip a letter and you're out! How far can the class get?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Conservation Policy Brief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Write a 600–800 word policy brief addressed to the NSW Environment Minister arguing for or against expanding Taronga's captive breeding program for one critically endangered species you observed. Include: evolutionary biology rationale, current population data, ethical considerations, and a clear recommendation. Format as a professional document with headings, references, and your Tracka observation as Appendix 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Explain why genetic diversity matters for a species' long-term survival. Use an animal you observed as your example.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⭐ Extension: Evaluate one limitation of using zoo observations as scientific evidence.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