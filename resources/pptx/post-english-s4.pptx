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914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ENGLISH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5029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STAGE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0972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4B2"/>
                </a:solidFill>
                <a:latin typeface="Calibri"/>
              </a:rPr>
              <a:t>POST-VISIT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Analytical Writing &amp; Close Reading
After the Zoo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TARONGA TRACKA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99"/>
                </a:solidFill>
                <a:latin typeface="Calibri"/>
              </a:rPr>
              <a:t>NSW Outcomes: EN4-ECA-C-01  ·  EN4-ECB-C-01  ·  EN4-URA-C-01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60520"/>
            <a:ext cx="7863840" cy="22860"/>
          </a:xfrm>
          <a:prstGeom prst="rect">
            <a:avLst/>
          </a:prstGeom>
          <a:solidFill>
            <a:srgbClr val="2E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4B2"/>
                </a:solidFill>
                <a:latin typeface="Calibri"/>
              </a:rPr>
              <a:t>Consolidate learning after the Taronga excursion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A99"/>
                </a:solidFill>
                <a:latin typeface="Calibri"/>
              </a:rPr>
              <a:t>taronga.org.au  ·  tarongatracka.com.au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LEARNING INTENTION &amp; SUCCESS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371600"/>
          </a:xfrm>
          <a:prstGeom prst="rect">
            <a:avLst/>
          </a:prstGeom>
          <a:solidFill>
            <a:srgbClr val="0E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73152" cy="137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LEARNING INTENTION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Analyse how language choices create meaning and effect in conservation texts, and apply analytical writing skills to evaluate zoo observation writing.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97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SUCCESS CRITERIA — I can...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0896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108960"/>
            <a:ext cx="73152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218688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2004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write an analytical TEEL paragraph with a quote and language explanation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73152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041648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4023359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2335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identify and explain the effect of figurative language in a text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75488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73152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864608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48463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463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analyse my own observation writing and identify specific language choices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914400"/>
            <a:ext cx="329184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9080" y="13716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7C3AED"/>
                </a:solidFill>
                <a:latin typeface="Calibri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VIDEO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C4B2"/>
                </a:solidFill>
                <a:latin typeface="Calibri"/>
              </a:rPr>
              <a:t>Insert a short clip reviewing the animals students observed at the zoo.
Suggested: student video from the visit, Taronga social media, or conservation documentary.
Aim for 2–4 minutes — use as a reflection anchor.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8866"/>
                </a:solidFill>
                <a:latin typeface="Calibri"/>
              </a:rPr>
              <a:t>Teacher note: embed your chosen video directly into this slide before presenting.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CLOSE READING OF ZOO TEXTS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4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Examine this Taronga conservation sign/video transcript as a class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Underline: figurative language, specific word choices, structural features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TEEL practice: write one paragraph analysing how the text persuades its audience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Share and compare — did different students notice different techniques?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YOUR OBSERVATION AS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5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Reread your Tracka observation as if you were marking someone else's 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Identify: strong verb choices, precise nouns, hedging language, figurative language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What purpose does your observation serve? Who is the audience?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Revise one section to make your language choices more deliberate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COMPARATIVE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6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Compare a children's zoo brochure with a scientific field report on the same animal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How does purpose and audience change: vocabulary, sentence structure, formality, evidence 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Which text is more persuasive? More accurate? More accessible? Can a text be all three?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1E14"/>
                </a:solidFill>
                <a:latin typeface="Calibri"/>
              </a:rPr>
              <a:t>🧠  BRAIN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libri"/>
              </a:rPr>
              <a:t>CONSERVATION COUNTDOWN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11680"/>
            <a:ext cx="859536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91440" cy="2560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Stand up! Call out one fact about any Taronga animal. Sit down once you've shared. Keep going until everyone is seated.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AA77"/>
                </a:solidFill>
                <a:latin typeface="Calibri"/>
              </a:rPr>
              <a:t>⏱  Allow 3–5 minutes  ·  Everyone participates!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ACTION PROJECT — Apply Your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97706"/>
                </a:solidFill>
                <a:latin typeface="Calibri"/>
              </a:rPr>
              <a:t>Language Analysis Essay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8595360" cy="27432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691640"/>
            <a:ext cx="73152" cy="2743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8138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Write a 500–600 word analytical essay examining how language is used in Taronga Zoo's conservation communication. Select two texts (eg. a keeper's sign, a campaign video transcript, or your own Tracka observation). Analyse: figurative language, word choice, sentence structure, and how these choices position the audience. Use TEEL paragraphs throughout. Your Tracka observation may be included as a primary 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8AA77"/>
                </a:solidFill>
                <a:latin typeface="Calibri"/>
              </a:rPr>
              <a:t>Project formats: Poster · Video · Model · Report · Presentation · Campaign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97706"/>
                </a:solidFill>
                <a:latin typeface="Calibri"/>
              </a:rPr>
              <a:t>🎫  EXIT TICKET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Identify the language technique and explain its effect: "The last tiger paces in a shrinking world, its amber eyes searching for what no longer exists."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15468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15468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3291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Write a TEEL topic sentence for an essay arguing that conservation language is deliberately emotive.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035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AA77"/>
                </a:solidFill>
                <a:latin typeface="Calibri"/>
              </a:rPr>
              <a:t>Hand in before leaving class — or submit digitally as directed by your teacher.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8866"/>
                </a:solidFill>
                <a:latin typeface="Calibri"/>
              </a:rPr>
              <a:t>taronga.org.au  ·  TARONGA TRACKA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