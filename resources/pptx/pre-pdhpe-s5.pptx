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Performance Analysis, Health Equity &amp; Advocacy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PD5-2  ·  PD5-5  ·  PD5-10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biomechanical analysis to evaluate animal performance, critically examine equity in conservation, and design evidence-based health and conservation advocacy.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apply Newton's laws and biomechanical principles to analyse animal movement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critique equity in conservation funding and decision-making with specific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design an advocacy campaign that combines evidence, emotional resonance and a clear theory of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BIOMECHANICS AND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Force vectors, torque, Newton's laws applied to animal movement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Video analysis technique: freeze-frame, identify joint angles, force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Performance analysis in conservation: how do researchers measure animal health?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Apply: analyse the biomechanics of a tiger pouncing vs a sea lion swimming — compare force generation and energy efficiency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HEALTH EQUITY IN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Health equity: equal opportunity to achieve full health potential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Conservation equity: not all species receive equal funding or attention (flagship vs non-charismatic species)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Geographical inequity: most biodiversity in low-income nations; most conservation funding from high-income nations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 question: who decides which species are worth saving, and by what criteria?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SOCIAL DETERMINANTS AND "ONE HEALTH"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Social determinants of human health are mirrored in wildlife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Poverty → poaching; inequality → land conflict; lack of education → habitat destruction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"One Health" framework: human, animal, and ecosystem health are inseparable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Case study: COVID-19 and zoonotic disease — how does wildlife health directly affect human health?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EVIDENCE-BASED ADVOCACY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Effective advocacy: identifies problem, targets audience, uses evidence, proposes solution, measures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as model: examine their advocacy campaigns — what makes them effective?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collect evidence (observation, statistics, stories) for your advocacy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Design principle: the most powerful advocacy combines emotion + evidence + clear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Critically evaluating captive animal performance and welfare; analysing equity in conservation resource distribution; designing evidence-based advocacy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E185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PDHPE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Apply one of Newton's laws to explain a movement you observed at the zoo. Be specific about force, mass and acceleration.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Identify one equity issue in wildlife conservation. Who is advantaged? Who is disadvantaged? Explain in 3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