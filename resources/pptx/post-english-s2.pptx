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POST-VISIT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Observation Writing &amp; Descriptive Language
After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EN2-VOCAB-01  ·  EN2-COMP-01  ·  EN2-URA-01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Consolidate learning after the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Use precise vocabulary, vivid verbs and descriptive detail to write engaging animal observations.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use at least three different types of describing words (adjectives, verbs, adverbs) in my writing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write a complex sentence about an animal's behaviour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the meaning of three new vocabulary words from the zoo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7C3AE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reviewing the animals students observed at the zoo.
Suggested: student video from the visit, Taronga social media, or conservation documentary.
Aim for 2–4 minutes — use as a reflection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SHARING OUR BEST SENTENCES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Read your favourite sentence from your Tracka observation aloud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Class: what made it powerful? (verb choice? specific detail? imagery?)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Identify the best verb in each shared sentence — create a class verb wall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Everyone upgrade one sentence from their observation using a peer's suggestion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VOCABULARY WE DISCOVERED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Share the new words you collected at the zoo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Class glossary: write each word, its meaning, and an example sentence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Can we group these words by type? (scientific, descriptive, positional)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Which word was most useful for describing an animal?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TEXT FEATURES OF ANIMAL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Where did you see writing at the zoo? (signs, maps, keeper cards)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text features did they use? (headings, bold text, labels, images)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is a zoo sign different from a storybook? Why?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will you use text features in your action project?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CHARADES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Split into pairs. One person acts out an animal from Taronga Zoo — no sounds! Can your partner guess in 30 seconds?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ACTION PROJECT — Apply Your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97706"/>
                </a:solidFill>
                <a:latin typeface="Calibri"/>
              </a:rPr>
              <a:t>Animal Information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8595360" cy="27432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73152" cy="274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Write an information report (200–300 words) about one animal you observed at Taronga Zoo. Use three sections: Introduction (what animal, where it lives), Features (what it looks like — use 5 precise describing words), and Behaviour (what it does — use 4 strong verbs). Add a labelled diagram. Include at least two vocabulary words you learned at the zoo.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8AA77"/>
                </a:solidFill>
                <a:latin typeface="Calibri"/>
              </a:rPr>
              <a:t>Project formats: Poster · Video · Model · Report · Presentation · Campaign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Write one sentence about an animal using a strong verb, a precise adjective, AND an adverb.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Circle the best word: The lion [walked / prowled / went] through the grass.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class — or submit digitally as directed by your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