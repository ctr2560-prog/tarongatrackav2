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MATHEMATICS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 Analysis, Algebra &amp; Financial Maths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MA4-DAT-C-01  ·  MA4-ALG-C-01  ·  MA4-FIN-C-01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Apply statistical analysis, algebraic modelling and financial mathematics to real-world conservation and zoo management contexts.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construct and interpret statistical displays including box plots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write and evaluate algebraic expressions and formulae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apply percentage and financial maths to real-world scenarios with justification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0369A1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on the excursion.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STATISTICAL DISPLAYS FOR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Frequency tables, histograms and box-and-whisker plots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Range, mean, median, mode and outliers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context: animal lifespans, population sizes, conservation funding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Examine this data set: Sumatran Tiger wild population by year 2000–2024. What trend do you see?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ALGEBRA AND ANIMAL POPULATIONS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Let p = current population, r = annual growth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Future population formula: F = p × (1 + r)^n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Taronga's breeding program adds ~5 tigers per year — model this algebraically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Graph your model: x-axis = years, y-axis = population. What does the shape tell us?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FINANCIAL MATHEMATICS IN CONSERVATION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Running Taronga Zoo costs approximately $80 million per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Revenue sources: ticket sales (~$50M), donations, government grants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If adult tickets are $45 and child tickets are $25, find the break-even attendance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Model: if costs rise 3% per year, what does Taronga need to charge in 5 years?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TRACKA MATHEMATICS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Your score is calculated: (behaviour + detail + writing) ÷ 15 × 100 + quiz bonus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Write this as an algebraic expression using variables b, d, w, 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score do you need to average across 5 animals to reach 400 total points?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Plan your strategy — which animals will you prioritise and why?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CONSERVATION COUNTDOWN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Stand up! Call out one fact about any Taronga animal. Sit down once you've shared. Keep going until everyone is seated.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Statistical analysis of observation scores, building algebraic models for point systems, cost analysis of zoo conservation programs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69A1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Mathematics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 Tracka formula is: score = (b + d + w) / 15 × 100. If your total score is 73.3, and b = d = 4, find w.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zoo has a budget of $500,000 for 3 programs costing $120k, $200k and $180k. What % of budget is each program?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