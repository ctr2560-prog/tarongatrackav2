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0"/>
            <a:ext cx="2286000" cy="1828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03720" y="914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ENGLISH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50292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STAGE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09728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C4B2"/>
                </a:solidFill>
                <a:latin typeface="Calibri"/>
              </a:rPr>
              <a:t>PRE-VISIT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6035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Observation Writing &amp; Descriptive Language
Before the Zoo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  <a:latin typeface="Calibri"/>
              </a:rPr>
              <a:t>TARONGA TRACKA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99"/>
                </a:solidFill>
                <a:latin typeface="Calibri"/>
              </a:rPr>
              <a:t>NSW Outcomes: EN2-VOCAB-01  ·  EN2-COMP-01  ·  EN2-URA-01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60520"/>
            <a:ext cx="7863840" cy="22860"/>
          </a:xfrm>
          <a:prstGeom prst="rect">
            <a:avLst/>
          </a:prstGeom>
          <a:solidFill>
            <a:srgbClr val="2E7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C4B2"/>
                </a:solidFill>
                <a:latin typeface="Calibri"/>
              </a:rPr>
              <a:t>Prepare students for their Taronga excursion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AA99"/>
                </a:solidFill>
                <a:latin typeface="Calibri"/>
              </a:rPr>
              <a:t>taronga.org.au  ·  tarongatracka.com.au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82296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LEARNING INTENTION &amp; SUCCESS CRITERIA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371600"/>
          </a:xfrm>
          <a:prstGeom prst="rect">
            <a:avLst/>
          </a:prstGeom>
          <a:solidFill>
            <a:srgbClr val="0E2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73152" cy="1371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LEARNING INTENTION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Use precise vocabulary, vivid verbs and descriptive detail to write engaging animal observations.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697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SUCCESS CRITERIA — I can...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10896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3108960"/>
            <a:ext cx="73152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3218688"/>
            <a:ext cx="320040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32004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004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use at least three different types of describing words (adjectives, verbs, adverbs) in my writing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93192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3931920"/>
            <a:ext cx="73152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041648"/>
            <a:ext cx="320040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4023359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23359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write a complex sentence about an animal's behaviour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75488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754880"/>
            <a:ext cx="73152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864608"/>
            <a:ext cx="320040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" y="48463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4632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explain the meaning of three new vocabulary words from the zoo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26080" y="914400"/>
            <a:ext cx="329184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9080" y="137160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7C3AED"/>
                </a:solidFill>
                <a:latin typeface="Calibri"/>
              </a:rPr>
              <a:t>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11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VIDEO PLACEHOLDER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60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8C4B2"/>
                </a:solidFill>
                <a:latin typeface="Calibri"/>
              </a:rPr>
              <a:t>Insert a short clip introducing the animals students will observe on the excursion.
Suggested: Taronga keeper video, National Geographic clip, or animal documentary excerpt.
Aim for 2–4 minutes — pause at key moments to discuss.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52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8866"/>
                </a:solidFill>
                <a:latin typeface="Calibri"/>
              </a:rPr>
              <a:t>Teacher note: embed your chosen video directly into this slide before presenting.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WOW WORDS FOR ANIMALS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4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Strong verbs: prowl, stalk, groom, lunge, splash, trumpet, slither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Precise adjectives: striped, amber-eyed, silky-furred, razor-clawed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Adverbs of manner: cautiously, powerfully, silently, playfully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Sort these words into a word wall — which animals do they make you think of?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WHAT MAKES A GREAT OBSERVATION?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5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Describe WHAT you see — specific details, not "it was cool"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Use your senses: What do you see? Hear? Notice about its movement?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Include: what the animal IS doing + what body part you're observing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Compare a weak observation vs a strong observation — what's different?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SENTENCE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Simple: The tiger paced along the fence.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Compound: The tiger paced the fence, and its amber eyes scanned the crowd.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Complex: As the crowd fell silent, the tiger lowered its head and paced slowly.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Rewrite this weak sentence using a complex structure: "The gorilla sat."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VOCABULARY MISSION PREP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7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At the zoo, find 3 words you don't know from signs or keeper cards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Write what you THINK they mean — then check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Use one of your new words in your Tracka 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The more precise your vocabulary, the higher your score!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71E14"/>
                </a:solidFill>
                <a:latin typeface="Calibri"/>
              </a:rPr>
              <a:t>🧠  BRAIN BREAK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32588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ANIMAL CHARADES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011680"/>
            <a:ext cx="859536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2011680"/>
            <a:ext cx="91440" cy="2560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8138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Split into pairs. One person acts out an animal from Taronga Zoo — no sounds! Can your partner guess in 30 seconds?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8AA77"/>
                </a:solidFill>
                <a:latin typeface="Calibri"/>
              </a:rPr>
              <a:t>⏱  Allow 3–5 minutes  ·  Everyone participates!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PLANNING SESSION — Getting Ready for the Zoo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88720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Your Mission at Taronga Zoo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4592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Writing detailed animal observations using descriptive language; building vocabulary from keeper cards and enclosure signs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  <a:latin typeface="Calibri"/>
              </a:rPr>
              <a:t>Planning Checklist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834640"/>
            <a:ext cx="457200" cy="5029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" y="28803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7C3AED"/>
                </a:solidFill>
                <a:latin typeface="Calibri"/>
              </a:rP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9864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Choose the animals you most want to observe — write them down now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566160"/>
            <a:ext cx="457200" cy="5029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361188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7C3AED"/>
                </a:solidFill>
                <a:latin typeface="Calibri"/>
              </a:rPr>
              <a:t>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3016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What specific thing will you look for at each animal? (behaviour / feature / data)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297680"/>
            <a:ext cx="457200" cy="5029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752" y="43434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7C3AED"/>
                </a:solidFill>
                <a:latin typeface="Calibri"/>
              </a:rP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36168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Which prior knowledge from English can you connect to each animal?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029200"/>
            <a:ext cx="457200" cy="5029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1752" y="5074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7C3AED"/>
                </a:solidFill>
                <a:latin typeface="Calibri"/>
              </a:rPr>
              <a:t>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9320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How will you earn maximum points? (read the scoring guide on the next slide)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1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D97706"/>
                </a:solidFill>
                <a:latin typeface="Calibri"/>
              </a:rPr>
              <a:t>🎫  EXIT TICKET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716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Write one sentence about an animal using a strong verb, a precise adjective, AND an adverb.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315468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32918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3756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Circle the best word: The lion [walked / prowled / went] through the grass.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0350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AA77"/>
                </a:solidFill>
                <a:latin typeface="Calibri"/>
              </a:rPr>
              <a:t>Hand in before leaving for the zoo — or submit via your teacher's instructions.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8866"/>
                </a:solidFill>
                <a:latin typeface="Calibri"/>
              </a:rPr>
              <a:t>taronga.org.au  ·  TARONGA TRACKA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