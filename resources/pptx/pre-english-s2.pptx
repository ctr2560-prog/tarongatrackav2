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Observation Writing &amp; Descriptive Language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EN2-VOCAB-01  ·  EN2-COMP-01  ·  EN2-URA-01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Use precise vocabulary, vivid verbs and descriptive detail to write engaging animal observations.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use at least three different types of describing words (adjectives, verbs, adverbs) in my writing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 complex sentence about an animal's behaviour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the meaning of three new vocabulary words from the zoo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7C3AE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WOW WORDS FOR ANIMALS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Strong verbs: prowl, stalk, groom, lunge, splash, trumpet, slither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Precise adjectives: striped, amber-eyed, silky-furred, razor-clawed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Adverbs of manner: cautiously, powerfully, silently, playfully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Sort these words into a word wall — which animals do they make you think of?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WHAT MAKES A GREAT OBSERVATION?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Describe WHAT you see — specific details, not "it was cool"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Use your senses: What do you see? Hear? Notice about its movement?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Include: what the animal IS doing + what body part you're observing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Compare a weak observation vs a strong observation — what's different?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SENTENCE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Simple: The tiger paced along the fence.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Compound: The tiger paced the fence, and its amber eyes scanned the crowd.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Complex: As the crowd fell silent, the tiger lowered its head and paced slowly.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Rewrite this weak sentence using a complex structure: "The gorilla sat."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VOCABULARY MISSION PREP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the zoo, find 3 words you don't know from signs or keeper cards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Write what you THINK they mean — then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Use one of your new words in your Tracka observation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The more precise your vocabulary, the higher your score!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CHARADES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Split into pairs. One person acts out an animal from Taronga Zoo — no sounds! Can your partner guess in 30 seconds?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Writing detailed animal observations using descriptive language; building vocabulary from keeper cards and enclosure signs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English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one sentence about an animal using a strong verb, a precise adjective, AND an adverb.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Circle the best word: The lion [walked / prowled / went] through the grass.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