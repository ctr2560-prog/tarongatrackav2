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Analysis, Algebra &amp; Financial Maths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MA4-DAT-C-01  ·  MA4-ALG-C-01  ·  MA4-FIN-C-01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statistical analysis, algebraic modelling and financial mathematics to real-world conservation and zoo management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and interpret statistical displays including box plots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and evaluate algebraic expressions and formulae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percentage and financial maths to real-world scenarios with justification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STATISTICAL ANALYSIS OF CLASS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 class Tracka scores — construct a box-and-whisker plot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Q1, Q2 (median), Q3, IQR, and any outliers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the spread tell us about how consistently the class observed?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 two subjects' data — whose distribution is more spread? What does that mean?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MODELLING WITH 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Using the scoring formula: if b = 4, d = 3, w = 4, q = 1 — calculate your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values of b, d, w maximise your score without the quiz bonus?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write an inequality showing the conditions under which quiz bonus makes the difference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FUNDING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Research task: Taronga's WILD LIFE Conservation Fund receives $2.4M annually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60% goes to field programs and 40% to captive breeding — calculate each allocation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a breeding program needs $180,000 per species — how many species can be funded?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Prepare a 2-minute pitch for how you'd allocate the funds differently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Conservation Finance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Build a financial model for a new Taronga conservation program. Choose one endangered animal you observed. Research: current wild population, annual program cost, projected outcome over 10 years. Use algebra to model population growth, construct a statistical display of projected data, and calculate the cost per animal saved. Present as a 5-slide deck with your calculations shown.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Tracka formula is: score = (b + d + w) / 15 × 100. If your total score is 73.3, and b = d = 4, find 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zoo has a budget of $500,000 for 3 programs costing $120k, $200k and $180k. What % of budget is each program?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