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ENGLISH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PRE-VISIT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Informational &amp; Persuasive Writing
Before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EN3-VOCAB-01  ·  EN3-COMP-01  ·  EN3-URA-01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Prepare students for their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Write structured informational and persuasive texts using evidence from the zoo visit, formal vocabulary and clear argument structures.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write a persuasive paragraph using CEEL structure with zoo evidence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use at least three persuasive techniques in my writing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use formal vocabulary and connective language to strengthen my argument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7C3AED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introducing the animals students will observe on the excursion.
Suggested: Taronga keeper video, National Geographic clip, or animal documentary excerpt.
Aim for 2–4 minutes — pause at key moments to discuss.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INFORMATIONAL TEXT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Problem-Solution: This species is endangered because... Taronga is addressing this by...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Cause-Effect: Due to habitat loss, gorilla populations have declined by 60%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Compare-Contrast: Chimpanzees and gorillas both... however...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Identify which structure best suits: a zoo sign / a research report / a letter to the council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THE LANGUAGE OF PERSUASION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Rhetorical question: "Can we really afford to lose another species?"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Statistics as evidence: "Over 60% of primate species are now threatened."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Expert authority: "According to Taronga's chief scientist..."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Emotive language: "These magnificent creatures face an uncertain future."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BUILDING AN ARGUMENT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Claim → Evidence → Explanation → Link back to argument (CEEL structure)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Evidence can be: statistics, expert opinion, personal observation, examples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At the zoo: your Tracka observation IS evidence — use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Practice: write one CEEL paragraph about why zoos matter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VOCABULARY FOR FORMAL 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Replace casual language with formal: "really good" → "highly effective"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Hedging language: "This suggests...", "Evidence indicates...", "It appears that..."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Connectives for argument: Furthermore, However, In contrast, Consequently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Create a list of 10 formal synonyms for words you use too often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SAFARI SKETCH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You have 60 seconds to draw a Taronga Zoo animal. Show your class and see if they can guess it!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PLANNING SESSION — Getting Ready for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Your Mission at Taronga Zoo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Writing structured animal observations; crafting persuasive arguments about conservation using zoo visit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Planning Checklist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3464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9864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Choose the animals you most want to observe — write them down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56616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016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What specific thing will you look for at each animal? (behaviour / feature / data)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4343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6168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Which prior knowledge from English can you connect to each animal?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2920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9320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How will you earn maximum points? (read the scoring guide on the next slide)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Write a one-sentence claim about conservation using an animal from the zoo. Then write one piece of evidence to support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Which persuasive technique is used here? "Can we really let the last 600 tigers disappear on our watch?"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for the zoo — or submit via your teacher's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