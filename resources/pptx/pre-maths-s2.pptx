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91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MATHEMATICS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5029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STAGE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097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B2"/>
                </a:solidFill>
                <a:latin typeface="Calibri"/>
              </a:rPr>
              <a:t>PRE-VISIT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Data, Measurement &amp; Patterns
Before the Zoo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69A1"/>
                </a:solidFill>
                <a:latin typeface="Calibri"/>
              </a:rPr>
              <a:t>TARONGA TRACKA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99"/>
                </a:solidFill>
                <a:latin typeface="Calibri"/>
              </a:rPr>
              <a:t>NSW Outcomes: MA2-DATA-01  ·  MA2-GM-02  ·  MA2-RN-01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7863840" cy="22860"/>
          </a:xfrm>
          <a:prstGeom prst="rect">
            <a:avLst/>
          </a:prstGeom>
          <a:solidFill>
            <a:srgbClr val="2E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4B2"/>
                </a:solidFill>
                <a:latin typeface="Calibri"/>
              </a:rPr>
              <a:t>Prepare students for their Taronga excursion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A99"/>
                </a:solidFill>
                <a:latin typeface="Calibri"/>
              </a:rPr>
              <a:t>taronga.org.au  ·  tarongatracka.com.au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LEARNING INTENTION &amp; SUCCESS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371600"/>
          </a:xfrm>
          <a:prstGeom prst="rect">
            <a:avLst/>
          </a:prstGeom>
          <a:solidFill>
            <a:srgbClr val="0E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73152" cy="13716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369A1"/>
                </a:solidFill>
                <a:latin typeface="Calibri"/>
              </a:rPr>
              <a:t>LEARNING INTENTION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Collect, organise and display data from real-world animal observations and identify number and measurement patterns.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97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SUCCESS CRITERIA — I can...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0896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108960"/>
            <a:ext cx="73152" cy="685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218688"/>
            <a:ext cx="320040" cy="3200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2004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create a tally chart and column graph from zoo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73152" cy="685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041648"/>
            <a:ext cx="320040" cy="3200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023359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233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measure and compare lengths and masses using formal units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75488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73152" cy="685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864608"/>
            <a:ext cx="320040" cy="3200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8463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463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identify and continue a number pattern, explaining the rule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914400"/>
            <a:ext cx="329184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9080" y="13716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0369A1"/>
                </a:solidFill>
                <a:latin typeface="Calibri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VIDEO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C4B2"/>
                </a:solidFill>
                <a:latin typeface="Calibri"/>
              </a:rPr>
              <a:t>Insert a short clip introducing the animals students will observe today.
Suggested: Taronga keeper video, National Geographic clip, or animal documentary excerpt.
Aim for 2–4 minutes — pause at key moments to discuss.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8866"/>
                </a:solidFill>
                <a:latin typeface="Calibri"/>
              </a:rPr>
              <a:t>Teacher note: embed your chosen video directly into this slide before presenting.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COLLECTING DATA AT THE ZOO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Data is information we collect to answer a question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We can collect data by counting, measuring, or observing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At the zoo: How many animals are in each enclosure? What do they eat?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Activity: design a tally chart to count animals by type (mammal, bird, reptile)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GRAPHS AND DISPLAYS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Column graphs show totals — each column is a category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Picture graphs use symbols — each symbol = one (or more) items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We will create a graph of animals we observe at Taronga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Look at this data — what does it tell us? What questions could we ask?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MEASURING AT THE ZOO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Length: how far from the viewing platform to the enclosure?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Mass: a gorilla weighs about 180 kg. What is that in grams?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Time: how long does a sea lion spend in the water vs on land?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Challenge: estimate, then check — which was closest?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PATTERN 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7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Taronga Tracka awards points in patterns: 10, 20, 40, 80...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What type of pattern is this? (doubling)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If I score 40 on Tiger and 80 on Lion, what might I score on Gorilla?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Make your own animal points pattern and share with a partner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1E14"/>
                </a:solidFill>
                <a:latin typeface="Calibri"/>
              </a:rPr>
              <a:t>🧠  BRAIN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libri"/>
              </a:rPr>
              <a:t>ANIMAL CHARADES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859536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91440" cy="2560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Split into pairs. One person acts out an animal from Taronga Zoo — no sounds! Can your partner guess in 30 seconds?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AA77"/>
                </a:solidFill>
                <a:latin typeface="Calibri"/>
              </a:rPr>
              <a:t>⏱  Allow 3–5 minutes  ·  Everyone participates!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PLANNING SESSION — Getting Ready for the Zoo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Your Mission at Taronga Zoo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Counting and sorting animals by category, measuring distances on the zoo map, recording data in tally charts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3774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369A1"/>
                </a:solidFill>
                <a:latin typeface="Calibri"/>
              </a:rPr>
              <a:t>Planning Checklist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83464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2880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369A1"/>
                </a:solidFill>
                <a:latin typeface="Calibri"/>
              </a:rP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9864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Choose the animals you most want to observe — write them down now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56616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3611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369A1"/>
                </a:solidFill>
                <a:latin typeface="Calibri"/>
              </a:rPr>
              <a:t>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3016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What specific thing will you look for at each animal? (behaviour / feature / data)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9768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" y="4343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369A1"/>
                </a:solidFill>
                <a:latin typeface="Calibri"/>
              </a:rP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6168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Which prior knowledge from Mathematics can you connect to each animal?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02920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5074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369A1"/>
                </a:solidFill>
                <a:latin typeface="Calibri"/>
              </a:rPr>
              <a:t>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9320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How will you earn maximum points? (read the scoring guide on the next slide)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  <a:latin typeface="Calibri"/>
              </a:rPr>
              <a:t>🎫  EXIT TICKET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Write one thing you measured or counted at the zoo. Show this as a number sentence.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15468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15468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291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Can you continue this pattern? 5, 10, 20, 40, _____, _____  What's the rule?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035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AA77"/>
                </a:solidFill>
                <a:latin typeface="Calibri"/>
              </a:rPr>
              <a:t>Hand in before leaving for the zoo — or submit via your teacher's instructions.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8866"/>
                </a:solidFill>
                <a:latin typeface="Calibri"/>
              </a:rPr>
              <a:t>taronga.org.au  ·  TARONGA TRACKA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