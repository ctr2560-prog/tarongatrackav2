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Statistical Analysis, Modelling &amp; Probability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MA5-DAT-C-01  ·  MA5-PRO-C-01  ·  MA5-ALG-C-01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bivariate data analysis, exponential modelling and compound probability to evaluate real-world conservation outcomes with mathematical rigour.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scatter plot, determine correlation and interpret a regression 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build and solve exponential population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compound probability and apply it to multi-stage conservation scenarios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REGRESSION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Plot your class data: time observed (x) vs Tracka score (y)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Find the line of best fit equation using technology (Desmos / GeoGebra)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Interpret the gradient: for each extra minute of observation, score increases by 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outliers — what might explain a point far from the line?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POPULATION MODELLING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Using Desmos: plot the Sumatran Tiger population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Fit an exponential model P(t) = a × bᵗ to the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Adjust parameters — which model fits best? (check R² value)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add a carrying capacity — how does a logistic model differ?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PROBABILITY DECISION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must decide between two programs for limited funding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Program A: P(success) = 0.8, cost = $300k; Program B: P(success) = 0.5, cost = $150k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Calculate expected value for each: E = P(success) × outcome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would you fund? Justify using expected value AND ethical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Mathematical Conservation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Produce a full mathematical investigation (800–1000 words + working) on one of: (a) Exponential population modelling for an endangered Taronga animal — build, validate, and critique a predictive model; or (b) Statistical analysis of Taronga visitor and conservation funding data — test a hypothesis using a scatter plot, regression, and significance discussion. Include all graphs, equations, and a written interpretation. Submit as a formal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population follows P(t) = 600 × 0.94^t. What is the population after 10 years? When will it fall below 200?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Two conservation events are independent: P(A) = 0.6, P(B) = 0.7. Find P(A and B) and P(A or B).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