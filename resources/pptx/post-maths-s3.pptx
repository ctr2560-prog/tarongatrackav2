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Statistics, Chance &amp; Measurement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MA3-DATA-01  ·  MA3-CHAN-01  ·  MA3-GM-02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Collect and interpret statistical data from zoo observations, describe probability using fractions and percentages, and apply measurement concepts to real contexts.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and interpret mean, median and mode from a data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express probability as a fraction, decimal and percentage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area and perimeter and convert between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CLASS SCORE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Enter everyone's total Tracka scores on the 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Calculate: class mean score, median score, mode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Draw a dot plot of the data — what shape does the distribution have?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does an outlier in our data tell us?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PROBABILITY AT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Taronga has 350 species, and 40 are mammals — what's the probability of visiting a mammal enclosure?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 your Tracka quiz: if a question has 4 options, what's the chance of guessing correctly?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Did you notice any animals doing unexpected things? Was that likely or unlikely?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MEASUREMENT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Estimate the area of one enclosure you visited, using steps or visual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 keeper prepares 5 kg of food per large mammal per day — how much for a week? A month?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Challenge: if the zoo expanded by 20%, what would its new area be?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an animal from today's visit.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Zoo Statistics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You are a junior zookeeper preparing a statistical report for Taronga's board. Using your Tracka data and at least 3 other zoo facts, calculate mean/median/mode for two different data sets, display your data in two different graph types, and include a probability question with solution. Present your report as a formal document with a title, sections and conclusion.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The class Tracka scores are: 45, 62, 78, 62, 90, 55. Calculate the mean, median and mode.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If 8 out of 20 animals at the zoo are from Africa, what is the probability of visiting an African animal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