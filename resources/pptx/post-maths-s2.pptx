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Data, Measurement &amp; Patterns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MA2-DATA-01  ·  MA2-GM-02  ·  MA2-RN-01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Collect, organise and display data from real-world animal observations and identify number and measurement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create a tally chart and column graph from zoo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measure and compare lengths and masses using formal 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continue a number pattern, explaining the rule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OUR CLASS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Let's combine all our Tracka observation 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animal did the class observe most? Least?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Create a class column graph on the whiteboard together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questions could a zoo scientist answer using this data?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MEASUREMENT DISCOVERIES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was the biggest animal you saw? How do we know?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Compare: a giraffe is 5.5 metres tall. How many of you stacked up?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Distance challenge: using the zoo map, calculate which two enclosures are furthest apart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Record your working — show how you found the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PATTERNS IN ANIMAL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Look at your Tracka points — is there a pattern in what scored highest?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Can you find a number pattern in animal facts? (teeth, legs, years in captivity)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Create a two-step number pattern using an animal fact as your starting number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Animal Data Poster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4 animals from your Taronga visit. Create a data poster showing: a tally chart of their features (eg. number of legs, type of food), a column or picture graph comparing a measurement (height, mass, or lifespan), and one number pattern you found in the data. Present your poster to the class and explain what your data shows.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one thing you measured or counted at the zoo. Show this as a number sentence.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Can you continue this pattern? 5, 10, 20, 40, _____, _____  What's the rule?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