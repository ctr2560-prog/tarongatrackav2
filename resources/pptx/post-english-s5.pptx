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Critical Analysis &amp; Multimodal Texts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EN5-ECA-C-01  ·  EN5-ECB-C-01  ·  EN5-URA-C-01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Critically analyse how ideology is constructed in conservation texts and compose sophisticated multimodal arguments using evidence from first-hand zoo observation.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identify and analyse ideological positioning in a multimodal conservation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critical argument with counterargument and synthesis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evaluate my own Tracka observation as an ideologically positioned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CRITICAL ANALYSIS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ideology underpins Taronga's conservation narrative? Share your findings.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is it possible to communicate conservation without ideological positioning?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who benefits from Taronga's narrative, and who might be disadvantaged?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Has this changed how you think about zoos and conservation? Why/why not?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MULTIMODAL TEXT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your draft multimodal composition with a peer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Peer analysis: what ideology does YOUR text embed? Is this intentional?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Evaluate: how effectively do your visual and linguistic choices work TOGETHER?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Revise one element specifically to strengthen ideological clarity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REFLECTIVE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for 5 minutes: How did this excursion change (or reinforce) your assumptions about zoos, animals, and conservation?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one assumption you held BEFORE the visit that was challenged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might you write differently about animals after this experience?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Critical Multimodal Essay &amp;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Produce: (a) A 700–900 word critical essay analysing ideology in TWO Taronga Zoo texts (one visual/digital, one written), examining how they construct conservation as a concept and position their audience — use TEEL paragraphs, critical vocabulary, and your zoo visit as evidence; AND (b) A short original multimodal text (poster, video script, or digital composition) that presents an alternative conservation narrative, with a 150-word reflection on the ideological choices you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how one visual or language choice in a Taronga text positions its audience ideologically.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Why is it impossible to create a "neutral" conservation text? Argue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