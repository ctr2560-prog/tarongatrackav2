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SCIENCE &amp;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PRE-VISIT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Living Things &amp; Habitats
Before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38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ST2-4LW-S  ·  ST2-2DP-T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Prepare students for their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38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Identify the features and behaviours of animals that help them survive in their habitat.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name at least two features of an animal and explain how they help it survive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observe an animal at the zoo and record what I notice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link an animal's behaviour to its needs (food, safety, shelter)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1A5238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introducing the animals students will observe today.
Suggested: Taronga keeper video, National Geographic clip, or animal documentary excerpt.
Aim for 2–4 minutes — pause at key moments to discuss.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WHAT DO ANIMALS NEED TO SURVIVE?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Think about a pet or an animal you know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What does it eat? Where does it live?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What would happen if its habitat changed?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Share with a partner — 30 seconds each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HABITATS AROUND THE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 habitat is the place where an animal lives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Taronga Zoo has animals from rainforests, savannas, and coasts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Each animal is adapted to its habitat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Discussion: which habitat do you think is hardest to survive in?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ANIMAL FEATURES &amp; ADAPTATIONS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Strong legs for running away from predators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Camouflage to hide from danger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Sharp teeth or claws for hunting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Look at these animals — what feature stands out?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PLANNING YOUR OBSERVATIONS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At Taronga, you will observe real animals using Tracka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Record: What does the animal DO? What does it look like?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Think about: Is this behaviour about finding food, staying safe, or resting?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The more detail you write, the more points you earn!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ANIMAL CHARADES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Split into pairs. One person acts out an animal from Taronga Zoo — no sounds! Can your partner guess in 30 seconds?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PLANNING SESSION — Getting Ready for the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Your Mission at Taronga Zoo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Observing animal features and behaviours; recording what animals eat and how they move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238"/>
                </a:solidFill>
                <a:latin typeface="Calibri"/>
              </a:rPr>
              <a:t>Planning Checklist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83464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2880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238"/>
                </a:solidFill>
                <a:latin typeface="Calibri"/>
              </a:rP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9864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Choose the animals you most want to observe — write them down 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56616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238"/>
                </a:solidFill>
                <a:latin typeface="Calibri"/>
              </a:rPr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016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What specific thing will you look for at each animal? (behaviour / feature / data)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4343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238"/>
                </a:solidFill>
                <a:latin typeface="Calibri"/>
              </a:rP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6168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Which prior knowledge from Science &amp; Technology can you connect to each animal?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2920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5074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238"/>
                </a:solidFill>
                <a:latin typeface="Calibr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9320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How will you earn maximum points? (read the scoring guide on the next slide)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Name one feature of the animal you observed and explain WHY it helps the animal survive.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Rate your confidence: 🌱 Still learning / 🌿 Getting there / 🌳 Got it!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for the zoo — or submit via your teacher's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