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0" y="0"/>
            <a:ext cx="2286000" cy="18288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03720" y="9144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SCIENCE &amp;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03720" y="5029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STAGE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3720" y="109728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C4B2"/>
                </a:solidFill>
                <a:latin typeface="Calibri"/>
              </a:rPr>
              <a:t>PRE-VISIT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6035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Ecosystems, Adaptations &amp; Classification
Before the Zoo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238"/>
                </a:solidFill>
                <a:latin typeface="Calibri"/>
              </a:rPr>
              <a:t>TARONGA TRACKA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A99"/>
                </a:solidFill>
                <a:latin typeface="Calibri"/>
              </a:rPr>
              <a:t>NSW Outcomes: SC4-14LW  ·  SC4-15LW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160520"/>
            <a:ext cx="7863840" cy="22860"/>
          </a:xfrm>
          <a:prstGeom prst="rect">
            <a:avLst/>
          </a:prstGeom>
          <a:solidFill>
            <a:srgbClr val="2E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297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4B2"/>
                </a:solidFill>
                <a:latin typeface="Calibri"/>
              </a:rPr>
              <a:t>Prepare students for their Taronga excursion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660196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AA99"/>
                </a:solidFill>
                <a:latin typeface="Calibri"/>
              </a:rPr>
              <a:t>taronga.org.au  ·  tarongatracka.com.au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82296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LEARNING INTENTION &amp; SUCCESS CRITERIA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1371600"/>
          </a:xfrm>
          <a:prstGeom prst="rect">
            <a:avLst/>
          </a:prstGeom>
          <a:solidFill>
            <a:srgbClr val="0E2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73152" cy="13716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238"/>
                </a:solidFill>
                <a:latin typeface="Calibri"/>
              </a:rPr>
              <a:t>LEARNING INTENTION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Analyse the structural and behavioural adaptations of animals and link them to survival advantages in their ecosystem.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697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alibri"/>
              </a:rPr>
              <a:t>SUCCESS CRITERIA — I can...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10896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3108960"/>
            <a:ext cx="73152" cy="6858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3218688"/>
            <a:ext cx="320040" cy="3200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320040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0040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identify and classify an animal using biological taxonomy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93192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931920"/>
            <a:ext cx="73152" cy="6858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4041648"/>
            <a:ext cx="320040" cy="3200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4023359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2335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describe at least two adaptations and explain their survival value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75488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754880"/>
            <a:ext cx="73152" cy="6858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4864608"/>
            <a:ext cx="320040" cy="3200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" y="484632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8463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write a scientific observation using precise vocabulary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0" y="914400"/>
            <a:ext cx="3291840" cy="25603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9080" y="137160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1A5238"/>
                </a:solidFill>
                <a:latin typeface="Calibri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611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VIDEO PLACEHOLDER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6052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8C4B2"/>
                </a:solidFill>
                <a:latin typeface="Calibri"/>
              </a:rPr>
              <a:t>Insert a short clip introducing the animals students will observe on the excursion.
Suggested: Taronga keeper video, National Geographic clip, or animal documentary excerpt.
Aim for 2–4 minutes — pause at key moments to discuss.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8866"/>
                </a:solidFill>
                <a:latin typeface="Calibri"/>
              </a:rPr>
              <a:t>Teacher note: embed your chosen video directly into this slide before presenting.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CLASSIFICATION AT THE ZOO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4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Linnaeus's system: Kingdom → Phylum → Class → Order → Family → Genus → Species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All mammals share: warm-blooded, hair/fur, live young, mammary glands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Taronga has mammals, birds, reptiles, fish, and invertebrates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Choose an animal you'll observe — predict its full classification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STRUCTURAL VS BEHAVIOURAL ADAPTATIONS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5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Structural: physical features (beak shape, fur thickness, eye position)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Behavioural: actions (migration, camouflage behaviour, nocturnal activity)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Both are inherited — encoded in DNA, passed to offspring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Discussion: give an example of each from an animal you know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BIOTIC AND ABIOTIC FACTORS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Biotic: living components — prey, predators, parasites, competitors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Abiotic: non-living — temperature, rainfall, soil, sunlight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An organism's niche is its role + requirements in an ecosystem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How does a zoo try to replicate abiotic factors from the wild?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TRACKA OBSERVATION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7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For each animal: record 3 structural adaptations and 1 behavioural adaptation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Link each adaptation to a survival advantage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Note: is the animal solitary or social? What does this tell us?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Your written observations are marked on detail — use scientific vocabulary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71E14"/>
                </a:solidFill>
                <a:latin typeface="Calibri"/>
              </a:rPr>
              <a:t>🧠  BRAIN BREAK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2588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97706"/>
                </a:solidFill>
                <a:latin typeface="Calibri"/>
              </a:rPr>
              <a:t>CONSERVATION COUNTDOWN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011680"/>
            <a:ext cx="8595360" cy="25603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011680"/>
            <a:ext cx="91440" cy="2560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8138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Stand up! Call out one fact about any Taronga animal. Sit down once you've shared. Keep going until everyone is seated.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5488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8AA77"/>
                </a:solidFill>
                <a:latin typeface="Calibri"/>
              </a:rPr>
              <a:t>⏱  Allow 3–5 minutes  ·  Everyone participates!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9144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PLANNING SESSION — Getting Ready for the Zoo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Your Mission at Taronga Zoo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4592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Classifying observed animals, identifying structural and behavioural adaptations, recording ecosystem interactions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3774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5238"/>
                </a:solidFill>
                <a:latin typeface="Calibri"/>
              </a:rPr>
              <a:t>Planning Checklist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83464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" y="28803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5238"/>
                </a:solidFill>
                <a:latin typeface="Calibri"/>
              </a:rP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9864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Choose the animals you most want to observe — write them down now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56616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" y="36118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5238"/>
                </a:solidFill>
                <a:latin typeface="Calibri"/>
              </a:rPr>
              <a:t>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63016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What specific thing will you look for at each animal? (behaviour / feature / data)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29768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" y="43434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5238"/>
                </a:solidFill>
                <a:latin typeface="Calibri"/>
              </a:rP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6168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Which prior knowledge from Science &amp; Technology can you connect to each animal?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02920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50749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5238"/>
                </a:solidFill>
                <a:latin typeface="Calibri"/>
              </a:rPr>
              <a:t>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9320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How will you earn maximum points? (read the scoring guide on the next slide)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914400"/>
          </a:xfrm>
          <a:prstGeom prst="rect">
            <a:avLst/>
          </a:prstGeom>
          <a:solidFill>
            <a:srgbClr val="1A1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D97706"/>
                </a:solidFill>
                <a:latin typeface="Calibri"/>
              </a:rPr>
              <a:t>🎫  EXIT TICKET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8595360" cy="169164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3716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Name one structural and one behavioural adaptation of your chosen animal. Explain the survival advantage of each.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154680"/>
            <a:ext cx="8595360" cy="169164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315468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32918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3756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⭐ Extension: How might climate change affect this adaptation over generations?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0350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AA77"/>
                </a:solidFill>
                <a:latin typeface="Calibri"/>
              </a:rPr>
              <a:t>Hand in before leaving for the zoo — or submit via your teacher's instructions.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" y="660196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8866"/>
                </a:solidFill>
                <a:latin typeface="Calibri"/>
              </a:rPr>
              <a:t>taronga.org.au  ·  TARONGA TRACKA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