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PDHPE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Physical Activity, Movement Skills &amp; Health Choices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E185D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PD3-1  ·  PD3-4  ·  PD3-10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185D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Analyse animal movement using biomechanical principles and explore the links between environmental health, wildlife conservation, and human wellbeing.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analyse animal movement using biomechanical vocabulary (force, balance, flexibility, power)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the "One Health" concept using a specific example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design a physical activity inspired by an animal movement I observed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BE185D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ANIMAL BIOMECHANICS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Centre of gravity: why do gorillas walk with knuckles down?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Force and power: how does a cheetah accelerate to 100 km/h in 3 seconds?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Flexibility and range of motion: why can a sea lion rotate its flippers forward?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biomechanics language to your favourite sport — what's similar?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MOVEMENT FOR DIFFERENT PURPOSES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Predators move for stealth, speed, and power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Prey animals move for agility, vigilance, and stamina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Social animals move for communication and bonding (play, grooming)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Classify these movements: sprint / patrol / play / forage / escape — predator or prey?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HEALTH AND 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Environmental health and human health are connected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Air quality, water safety, biodiversity loss all affect human wellbeing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Concept: "One Health" — animal health, human health, and ecosystem health are inseparable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if the tigers go extinct, does it affect your health? How?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OBSERVATION STRATEGY FOR PDHPE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Focus on: movement quality, apparent fitness, social behaviour, signs of stress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Rate the animal on: range of movement / activity level / apparent health (1–5 scale)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Note: is the movement voluntary (play, exploration) or stereotypic (pacing, repetitive)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Connect each observation to a human health or movement concept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SAFARI SKETCH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You have 60 seconds to draw an animal from today's visit. Show your class and see if they can guess it!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E1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Analysing animal movement for biomechanical principles; connecting wildlife conservation to human health choices and environmental 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E185D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PDHPE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E185D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Describe one animal movement you observed today using at least two biomechanical terms.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 in two sentences how protecting this animal's habitat could benefit human health.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