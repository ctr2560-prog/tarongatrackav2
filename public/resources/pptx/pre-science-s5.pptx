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SCIENCE &amp;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Evolution, Natural Selection &amp; Conservation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38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SC5-14LW  ·  SC5-15LW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38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Evaluate how natural selection drives adaptation and assess the role of conservation science in managing evolutionary fitness of endangered species.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explain natural selection using variation, selection pressure, and differential reproduction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analyse an animal's adaptations as products of evolutionary history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reasoned argument about conservation ethics using scientific evidence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1A5238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on the excursion.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EVIDENCE FOR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Fossil record, comparative anatomy, DNA analysis all support evolution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Homologous structures: same origin, different function (human arm / whale flipper / bat wing)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Vestigial structures: remnants of ancestral features (human tailbone, whale pelvis)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Discussion: what evidence could you find at the zoo?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NATURAL SELECTION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Variation → Selection pressure → Differential survival → Reproduction → Change over generations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This is NOT goal-directed — it's statistical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Example: antibiotic resistance evolves in bacteria within years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How might captivity change selection pressures on zoo animals?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CONSERVATION GENETICS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Small populations → inbreeding → reduced genetic diversity → reduced fitness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Taronga participates in Species Survival Plans (SSP) and studbooks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De-extinction debate: should we try to bring back extinct species?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What are the ethical implications of captive breeding programs?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CRITICAL OBSERVATION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Today you will gather primary evidence of evolutionary adaptations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For each animal: hypothesise the selection pressure that drove each adaptation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Consider: does captivity expose the animal to the same pressures as the wild?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This data will form the evidence base for your action project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Evaluating conservation status, analysing adaptation as evidence of evolution, critiquing human impact on wild populations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5238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Science &amp; Technology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5238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 why genetic diversity matters for a species' long-term survival. Use an animal you observed as your example.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⭐ Extension: Evaluate one limitation of using zoo observations as scientific evidence.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