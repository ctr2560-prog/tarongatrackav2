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Ecosystems &amp; Biodiversity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ST3-4LW-S  ·  ST3-5LW-T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Describe the roles of organisms in an ecosystem and explain how biodiversity supports ecosystem health.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 food web using animals from Taronga Zoo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what would happen if one species was 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use my Tracka observations as evidence in my science explanation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FOOD WEBS AT TARONGA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Every animal at the zoo has a role in a food 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Producers → Primary Consumers → Secondary Consumers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happens if one species disappears?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Draw a food chain with 4 animals — trade with a partner and check each other's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BIODIVERSITY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Zoo protects over 4,000 animals across 350 species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Biodiversity = the variety of life in an ecosystem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More biodiversity = stronger, more resilient ecosystems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Discussion: Why might a zoo help protect wild biodiversity?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ECOSYSTEM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Every organism has a role: producer, consumer, decomposer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Predators keep prey populations in 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Keystone species have an outsized impact on their ecosystem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animals at Taronga might be keystone species?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TRACKA MISSION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Today you will observe animals across multiple enclosures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 each animal: record its likely role in a food web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Note any behaviours that tell you about its diet or social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Try to build a simple food web from your observations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SAFARI SKETCH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have 60 seconds to draw an animal from today's visit. Show your class and see if they can guess it!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Recording feeding behaviours, social interactions, and ecosystem roles of multiple species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38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Science &amp; Technology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Draw a food chain with 3 organisms that includes an animal you observed at the zoo.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Rate your understanding: I can explain ecosystem roles → Yes / Nearly / Not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