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Movement Concepts, Fitness &amp; Health Advocacy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PD4-2  ·  PD4-5  ·  PD4-10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components of fitness and determinants of health in animals and evaluate conservation as a form of environmental health advocacy using the Ottawa Charter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apply at least 4 fitness components to an analysis of animal movement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how biological, behavioural and environmental determinants affect animal 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map conservation strategies to Ottawa Charter action areas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FITNESS ANALYSIS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animal demonstrated the highest level of physical fitness? Evidence?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Did captivity appear to limit any fitness component? How could you tell?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design one enrichment activity for your chosen animal that targets its weakest fitness component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CONSERVATION AS HEALTH ADVOCACY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Map Taronga's programs to the Ottawa Charter action areas — which is strongest?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health advocacy skills does a conservation officer need?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Discuss: how does environmental degradation become a human health issue? (case study: biodiversity loss → zoonotic disease risk)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Class challenge: identify one local environmental action that also improves community health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Review your Tracka observation — how well did it demonstrate PDHPE analytical thinking?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PDHPE vocabulary could strengthen your observation?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Has this excursion changed your understanding of health as more than just personal fitness?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Conservation Health Advocacy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 a health promotion campaign (digital or poster) advocating for the protection of one critically endangered Taronga animal. Apply the Ottawa Charter framework: address all 5 action areas in your campaign. Include: a statistical analysis of the animal's population decline, an explanation of how this species' extinction would affect human health (One Health principle), and a clear call-to-action for your target audience (your school community). Present as a professional campaign package.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two fitness components visible in an animal you observed. Explain how each aids its survival.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Select one Ottawa Charter action area. How could it be applied to protect the animal you studied?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