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Informational &amp; Persuasive Writing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EN3-VOCAB-01  ·  EN3-COMP-01  ·  EN3-URA-01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structured informational and persuasive texts using evidence from the zoo visit, formal vocabulary and clear argument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persuasive paragraph using CEEL structure with zoo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at least three persuasive techniques in my writing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formal vocabulary and connective language to strengthen my argument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INFORMATIONAL TEXT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Problem-Solution: This species is endangered because... Taronga is addressing this by...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Cause-Effect: Due to habitat loss, gorilla populations have declined by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Compare-Contrast: Chimpanzees and gorillas both... however...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which structure best suits: a zoo sign / a research report / a letter to the council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LANGUAGE OF PERSUASION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Rhetorical question: "Can we really afford to lose another species?"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Statistics as evidence: "Over 60% of primate species are now threatened."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Expert authority: "According to Taronga's chief scientist..."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Emotive language: "These magnificent creatures face an uncertain future."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BUILDING AN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Claim → Evidence → Explanation → Link back to argument (CEEL structure)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Evidence can be: statistics, expert opinion, personal observation,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your Tracka observation IS evidence — use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Practice: write one CEEL paragraph about why zoos matter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VOCABULARY FOR FORMAL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Replace casual language with formal: "really good" → "highly effective"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Hedging language: "This suggests...", "Evidence indicates...", "It appears that..."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Connectives for argument: Furthermore, However, In contrast, Consequently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Create a list of 10 formal synonyms for words you use too often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Writing structured animal observations; crafting persuasive arguments about conservation using zoo visit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a one-sentence claim about conservation using an animal from the zoo. Then write one piece of evidence to support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Which persuasive technique is used here? "Can we really let the last 600 tigers disappear on our watch?"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