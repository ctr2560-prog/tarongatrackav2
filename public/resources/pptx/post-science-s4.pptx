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Ecosystems, Adaptations &amp; Classification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SC4-14LW  ·  SC4-15LW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the structural and behavioural adaptations of animals and link them to survival advantages in their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classify an animal using biological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describe at least two adaptations and explain their survival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scientific observation using precise vocabulary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ADAPTATION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Share: what was the most impressive adaptation you observed?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Could this adaptation exist in a different environment? Why/why not?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Peer challenge: name an adaptation — class guesses which animal has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Taronga's conservation work uses science to protect endangered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Breeding programs require understanding genetics and adaptation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how does loss of genetic diversity threaten a species?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animals at Taronga are part of breeding programs?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EVALUATING OUR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Review your Tracka scores — what domain was weakest?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could you improve your scientific observation writing?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question do you still have about one of the animals you observed?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Adaptation Field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Write a 400–500 word scientific report on one animal you observed at Taronga Zoo. Structure: Introduction (classification + habitat), Body (3 adaptations with diagrams), Analysis (how adaptations link to survival), Conclusion (conservation status + threats). Include your Tracka observation as primary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structural and one behavioural adaptation of your chosen animal. Explain the survival advantage of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How might climate change affect this adaptation over generations?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