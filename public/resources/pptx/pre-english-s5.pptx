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Critical Analysis &amp; Multimodal Texts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EN5-ECA-C-01  ·  EN5-ECB-C-01  ·  EN5-URA-C-01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Critically analyse how ideology is constructed in conservation texts and compose sophisticated multimodal arguments using evidence from first-hand zoo observation.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and analyse ideological positioning in a multimodal conservation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construct a critical argument with counterargument and synthesis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evaluate my own Tracka observation as an ideologically positioned 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7C3AE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CRITICAL READING: IDEOLOGY IN 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Every text embeds a worldview — conservation texts are no exception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Whose perspective is centred? Whose is absent? (local communities near endangered habitats?)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Taronga's narrative: Western zoo as conservation hero — is this the only story?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Critical question: what does Taronga's language reveal about assumptions regarding animals, nature, and human responsibility?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MULTIMODAL TEXT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Multimodal texts use multiple modes: visual, linguistic, audio, spatial, gestural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Composition: where are elements placed? What is foregrounded?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Colour, font, image selection — all carry ideological weight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Analyse Taronga's website homepage: what story does the visual design tell BEFORE you read a word?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CONSTRUCTING A CRITICAL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Critical essays don't just describe — they evaluate and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Structure: position (thesis) + counterargument + rebuttal + synthesis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Using academic language: "This positions the audience to...", "One might argue... however...", "This representation marginalises..."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Draft a thesis: Is Taronga's conservation narrative empowering or paternalistic?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PRIMARY EVIDENCE FROM YOUR ZOO VISIT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Taronga: collect examples of how the zoo frames its conservation narrative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Note: language on signs, images used, animal stories told (and untold)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Your Tracka observation is a text you produced WITHIN that institutional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Reflect: were you positioned to observe in a particular way? How?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ALPHABET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Starting from A, take turns naming an animal. Skip a letter and you're out! How far can the class 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Critically analysing Taronga's conservation narrative as ideological text; creating multimodal persuasive texts using zoo visit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English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Explain how one visual or language choice in a Taronga text positions its audience ideologically.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⭐ Extension: Why is it impossible to create a "neutral" conservation text? Argue in 3 sentences.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