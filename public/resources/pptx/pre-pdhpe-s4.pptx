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PDHPE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PRE-VISIT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Movement Concepts, Fitness &amp; Health Advocacy
Before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E185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PD4-2  ·  PD4-5  ·  PD4-10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Prepare students for their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E185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Analyse components of fitness and determinants of health in animals and evaluate conservation as a form of environmental health advocacy using the Ottawa Charter framework.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apply at least 4 fitness components to an analysis of animal movement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explain how biological, behavioural and environmental determinants affect animal health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map conservation strategies to Ottawa Charter action areas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BE185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introducing the animals students will observe today.
Suggested: Taronga keeper video, National Geographic clip, or animal documentary excerpt.
Aim for 2–4 minutes — pause at key moments to discuss.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COMPONENTS OF FITNESS IN WILDLIFE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Identify each fitness component in these animals: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Tiger: power + agility. Sea lion: cardiovascular endurance + flexibility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Gorilla: muscular strength + coordination. Giraffe: balance + flexibility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component is MOST important for each species's survival? Justify.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07492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How do humans train for each component? Compare to how animals develop theirs naturally.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DETERMINANTS OF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Biological: genetics, age, sex — tiger's immune system, hormones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Behavioural: diet, activity, sleep — how does captivity change animal behaviour?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Environmental: habitat, pollution, climate — the zoo as controlled environment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Socioeconomic: funding, policy — how do government decisions affect wildlife health?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HEALTH PROMOTION AND CONSERVATION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Ottawa Charter for Health Promotion: 5 action areas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Map these to conservation: Build Healthy Public Policy (wildlife protection laws), Create Supportive Environments (national parks)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Strengthen Community Action (conservation NGOs), Develop Personal Skills (citizen science)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Reorient Health Services → Reorient Research (Taronga's WILD LIFE Fund)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07492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Discussion: Is conservation a form of public health advocacy?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OBSERVATION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Focus your Tracka observation on: fitness components evident in movement, health indicators (coat condition, energy level, social engagement), any environmental stressors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PDHPE vocabulary: evaluate, analyse, justify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Connect each observation point to a determinant of health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CONSERVATION COUNTDOWN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Stand up! Call out one fact about any Taronga animal. Sit down once you've shared. Keep going until everyone is seated.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PLANNING SESSION — Getting Ready for the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Your Mission at Taronga Zoo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Applying fitness components to animal analysis; exploring conservation as a form of environmental health advocacy; evaluating determinants of animal and human health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E185D"/>
                </a:solidFill>
                <a:latin typeface="Calibri"/>
              </a:rPr>
              <a:t>Planning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2880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98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the animals you most want to observe — write them down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01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What specific thing will you look for at each animal? (behaviour / feature / 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" y="4343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Which prior knowledge from PDHPE can you connect to each animal?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E185D"/>
                </a:solidFill>
                <a:latin typeface="Calibri"/>
              </a:rPr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How will you earn maximum points? (read the scoring guide on the next slide)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Name two fitness components visible in an animal you observed. Explain how each aids its survival.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Select one Ottawa Charter action area. How could it be applied to protect the animal you studied?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for the zoo — or submit via your teacher's instructions.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