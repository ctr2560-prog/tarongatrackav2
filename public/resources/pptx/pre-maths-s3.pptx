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MATHEMATICS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PRE-VISIT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Statistics, Chance &amp; Measurement
Before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369A1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MA3-DATA-01  ·  MA3-CHAN-01  ·  MA3-GM-02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Prepare students for their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369A1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Collect and interpret statistical data from zoo observations, describe probability using fractions and percentages, and apply measurement concepts to real contexts.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calculate and interpret mean, median and mode from a data set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express probability as a fraction, decimal and percentage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calculate area and perimeter and convert between units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0369A1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introducing the animals students will observe on the excursion.
Suggested: Taronga keeper video, National Geographic clip, or animal documentary excerpt.
Aim for 2–4 minutes — pause at key moments to discuss.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MEAN, MEDIAN AND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mean is the average — add all values, divide by count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median is the middle value when ordered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mode is the most common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these with: How long do animals at Taronga live? (class data set)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CHANCE AND PROBABILITY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Probability = favourable outcomes ÷ total outcomes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If 3 of 10 animals are mammals, chance of seeing a mammal = 3/10 = 30%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Express as fraction, decimal or 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it equally likely that any two animals will appear at the same time? Discuss.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MEASUREMENT AND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Taronga Zoo covers 7 hectares (70,000 m²)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The tiger enclosure is approx 2,000 m² — calculate its dimensions if rectangular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Perimeter vs area — what's the difference? When does each matter for zookeepers?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Convert: 2 km² = _____ m² = _____ hectares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TRACKA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7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You will collect score data at the zoo — use it like a real data 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Record: your score per animal AND the time you spent observing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After the visit, we will calculate class mean, median and mode for scores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Think: is there a relationship between time spent and score?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SAFARI SKETCH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You have 60 seconds to draw a Taronga Zoo animal. Show your class and see if they can guess it!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PLANNING SESSION — Getting Ready for the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Your Mission at Taronga Zoo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4592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Analysing class Tracka scores as a data set, calculating chance of achieving specific score ranges, estimating enclosure areas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369A1"/>
                </a:solidFill>
                <a:latin typeface="Calibri"/>
              </a:rPr>
              <a:t>Planning Checklist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" y="28803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9864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Choose the animals you most want to observe — write them down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361188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301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What specific thing will you look for at each animal? (behaviour / feature / 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29768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" y="43434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6168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Which prior knowledge from Mathematics can you connect to each animal?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029200"/>
            <a:ext cx="457200" cy="5029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" y="5074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369A1"/>
                </a:solidFill>
                <a:latin typeface="Calibri"/>
              </a:rPr>
              <a:t>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9320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How will you earn maximum points? (read the scoring guide on the next slide)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The class Tracka scores are: 45, 62, 78, 62, 90, 55. Calculate the mean, median and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If 8 out of 20 animals at the zoo are from Africa, what is the probability of visiting an African animal first?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for the zoo — or submit via your teacher's instructions.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