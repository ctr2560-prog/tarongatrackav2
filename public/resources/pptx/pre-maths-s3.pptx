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Statistics, Chance &amp; Measurement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MA3-DATA-01  ·  MA3-CHAN-01  ·  MA3-GM-02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Collect and interpret statistical data from zoo observations, describe probability using fractions and percentages, and apply measurement concepts to real contexts.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calculate and interpret mean, median and mode from a data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express probability as a fraction, decimal and percentage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calculate area and perimeter and convert between units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369A1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MEAN, MEDIAN AND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mean is the average — add all values, divide by 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median is the middle value when ordered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mode is the most common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Use these with: How long do animals at Taronga live? (class data set)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CHANCE AND PROBABILITY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Probability = favourable outcomes ÷ total outcomes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 3 of 10 animals are mammals, chance of seeing a mammal = 3/10 = 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Express as fraction, decimal or percentage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Is it equally likely that any two animals will appear at the same time? Discuss.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MEASUREMENT AND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Zoo covers 7 hectares (70,000 m²)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tiger enclosure is approx 2,000 m² — calculate its dimensions if rectangular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Perimeter vs area — what's the difference? When does each matter for zookeepers?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Convert: 2 km² = _____ m² = _____ hectares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TRACKA DATA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 will collect score data at the zoo — use it like a real data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Record: your score per animal AND the time you spent observing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After the visit, we will calculate class mean, median and mode for scores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Think: is there a relationship between time spent and score?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SAFARI SKETCH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have 60 seconds to draw an animal from today's visit. Show your class and see if they can guess it!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Analysing class Tracka scores as a data set, calculating chance of achieving specific score ranges, estimating enclosure areas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69A1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Mathematics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class Tracka scores are: 45, 62, 78, 62, 90, 55. Calculate the mean, median and mode.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If 8 out of 20 animals at the zoo are from Africa, what is the probability of visiting an African animal first?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