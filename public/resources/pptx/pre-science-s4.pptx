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SCIENCE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PRE-VISIT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Ecosystems, Adaptations &amp; Classification
Before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38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SC4-14LW  ·  SC4-15LW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Prepare students for their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38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Analyse the structural and behavioural adaptations of animals and link them to survival advantages in their ecosystem.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identify and classify an animal using biological taxonomy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describe at least two adaptations and explain their survival 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write a scientific observation using precise vocabulary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1A5238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introducing the animals students will observe today.
Suggested: Taronga keeper video, National Geographic clip, or animal documentary excerpt.
Aim for 2–4 minutes — pause at key moments to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CLASSIFICATION AT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Linnaeus's system: Kingdom → Phylum → Class → Order → Family → Genus → Species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All mammals share: warm-blooded, hair/fur, live young, mammary glands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Taronga has mammals, birds, reptiles, fish, and invertebrates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Choose an animal you'll observe — predict its full classification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STRUCTURAL VS BEHAVIOURAL ADAPTATIONS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Structural: physical features (beak shape, fur thickness, eye position)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Behavioural: actions (migration, camouflage behaviour, nocturnal activity)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Both are inherited — encoded in DNA, passed to offspring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Discussion: give an example of each from an animal you know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BIOTIC AND ABIOTIC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Biotic: living components — prey, predators, parasites, competitors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Abiotic: non-living — temperature, rainfall, soil, sunlight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An organism's niche is its role + requirements in an ecosystem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How does a zoo try to replicate abiotic factors from the wild?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TRACKA OBSERVATION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For each animal: record 3 structural adaptations and 1 behavioural adaptation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Link each adaptation to a survival advantage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Note: is the animal solitary or social? What does this tell us?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Your written observations are marked on detail — use scientific vocabulary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CONSERVATION COUNTDOWN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Stand up! Call out one fact about any Taronga animal. Sit down once you've shared. Keep going until everyone is seated.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PLANNING SESSION — Getting Ready for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Your Mission at Taronga Zoo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Classifying observed animals, identifying structural and behavioural adaptations, recording ecosystem interactions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238"/>
                </a:solidFill>
                <a:latin typeface="Calibri"/>
              </a:rPr>
              <a:t>Planning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the animals you most want to observe — write them down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specific thing will you look for at each animal? (behaviour / feature /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Which prior knowledge from Science &amp; Technology can you connect to each animal?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will you earn maximum points? (read the scoring guide on the next slide)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Name one structural and one behavioural adaptation of your chosen animal. Explain the survival advantage of each.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⭐ Extension: How might climate change affect this adaptation over generations?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for the zoo — or submit via your teacher's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