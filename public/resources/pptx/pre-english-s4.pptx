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Analytical Writing &amp; Close Reading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EN4-ECA-C-01  ·  EN4-ECB-C-01  ·  EN4-URA-C-01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Analyse how language choices create meaning and effect in conservation texts, and apply analytical writing skills to evaluate zoo observation writing.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write an analytical TEEL paragraph with a quote and language explanation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identify and explain the effect of figurative language in a 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analyse my own observation writing and identify specific language choices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7C3AED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today.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TEXT PURPOSE AND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Texts are constructed with a specific purpose and audience in mind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 zoo sign differs from a scientific report — same content, different language choices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Identify: purpose (inform / persuade / entertain / instruct) and audience for each text type at Taronga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How does audience shape vocabulary, sentence length, and tone?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LANGUAGE ANALYSIS FRAMEWORK (TEEL)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Topic sentence: clear analytical claim about the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Evidence: quote or specific reference to the 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Explanation: unpack the language choice and its effect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Link: connect back to the overall argument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07492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07492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8464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Practice: analyse one sentence from a zoo conservation campaign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FIGURATIVE LANGUAGE FOR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Metaphor: "The tiger is a ghost in the grass"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Personification: "The forest mourns its lost inhabitants"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Alliteration, assonance, imagery — all create emotional effect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At the zoo: collect examples of figurative language from signs, videos, keeper cards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FIRST-PERSON OBSERVATION AS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Your Tracka observation is a TEXT — written with a purpose and audience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Analysing your own writing: what language choices did YOU make?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Effective observation writing uses specific nouns, active verbs, sensory detail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Today: treat your Tracka observation as primary evidence for an English essay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CONSERVATION COUNTDOWN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Stand up! Call out one fact about any Taronga animal. Sit down once you've shared. Keep going until everyone is seated.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Analysing the language of zoo conservation materials; using first-person observation as primary text for analytical 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English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Identify the language technique and explain its effect: "The last tiger paces in a shrinking world, its amber eyes searching for what no longer exists."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Write a TEEL topic sentence for an essay arguing that conservation language is deliberately emotive.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