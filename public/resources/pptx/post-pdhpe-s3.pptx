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PDHPE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Physical Activity, Movement Skills &amp; Health Choices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5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PD3-1  ·  PD3-4  ·  PD3-10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85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Analyse animal movement using biomechanical principles and explore the links between environmental health, wildlife conservation, and human wellbeing.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analyse animal movement using biomechanical vocabulary (force, balance, flexibility, power)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explain the "One Health" concept using a specific example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design a physical activity inspired by an animal movement I observed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BE185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BIOMECHANICS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animal movement was biomechanically most impressive? Why?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Apply a biomechanical principle (levers, force, balance) to explain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Challenge: design a human exercise drill inspired by this animal movement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Lead the class in a 2-minute drill — explain the biomechanical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ONE HEALTH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Share: how did the zoo change your thinking about the link between nature and health?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Research scenario: a local wetland is drained for housing. What happens to human health nearby?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Discuss: what health choices can individuals make that also benefit wildlife?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Create a class "One Health Pledge" — 3 actions your class will commit 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MOVEMENT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Review your Tracka observation — which aspect of movement did you describe best?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Upgrade one sentence using a biomechanical term (leverage, momentum, equilibrium)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Share: what was the most surprising movement behaviour you observed?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SAFARI SKETCH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have 60 seconds to draw an animal from today's visit. Show your class and see if they can guess it!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Animal-Inspired Movement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Design a 4-week movement/fitness program for Stage 3 students inspired by 4 animals from Taronga Zoo. For each week/animal: describe the animal's key movement quality, design 3 fitness activities inspired by this movement (with diagrams), explain the health benefit of this type of movement for humans, and link to the "One Health" concept. Present as a program booklet with a cover page, animal images, clear instructions, and a conclusion about the connection between wildlife and human health.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Describe one animal movement you observed today using at least two biomechanical terms.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Explain in two sentences how protecting this animal's habitat could benefit human health.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