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PDHPE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POST-VISIT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Performance Analysis, Health Equity &amp; Advocacy
After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E185D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PD5-2  ·  PD5-5  ·  PD5-10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Consolidate learning after the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E185D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Apply biomechanical analysis to evaluate animal performance, critically examine equity in conservation, and design evidence-based health and conservation advocacy.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apply Newton's laws and biomechanical principles to analyse animal movement performance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critique equity in conservation funding and decision-making with specific evidence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design an advocacy campaign that combines evidence, emotional resonance and a clear theory of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BE185D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reviewing the animals students observed at the zoo.
Suggested: student video from the visit, Taronga social media, or conservation documentary.
Aim for 2–4 minutes — use as a reflection anchor.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PERFORMANCE ANALYSIS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Share your biomechanical analysis — which animal's performance was most complex?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How did captivity affect performance capacity? (muscle atrophy, reduced motivation, limited range)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Compare: research data on wild vs captive animal fitness outcomes — what do the studies show?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Challenge: design a zoo enclosure that would maximise the biomechanical performance of your chosen animal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CONSERVATION EQUITY CRITIQUE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Class debate: should conservation funding prioritise endangered mammals or less "charismatic" invertebrates?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Who is absent from Taronga's conservation narrative? (local communities, Indigenous knowledge holders, non-Western conservationists)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Examine: does the zoo experience reinforce or challenge assumptions about animals and nature?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Discuss: what would a genuinely equitable global conservation framework look like?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ADVOCACY PROJECT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Share your advocacy concept — peer critique using "warm/cool" feedback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Evaluate: evidence strength, audience clarity, theory of change, emotional resonance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Refine: identify the single most important change to strengthen your advocacy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Present final concepts — class votes on most likely to create real change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ANIMAL ALPHABET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Starting from A, take turns naming an animal. Skip a letter and you're out! How far can the class get?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ACTION PROJECT — Apply Your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97706"/>
                </a:solidFill>
                <a:latin typeface="Calibri"/>
              </a:rPr>
              <a:t>Evidence-Based Conservation Advocacy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8595360" cy="27432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73152" cy="27432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8138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Produce a complete advocacy project for protecting one critically endangered Taronga animal. Required components: (a) Biomechanical analysis of the animal's movement with annotated diagrams; (b) Equity analysis — who are the key stakeholders in this species' conservation, and whose voices are marginalised?; (c) A "One Health" argument for why protecting this species benefits human health; (d) A full advocacy campaign (platform of your choice: video, social campaign, policy brief, community event plan) with target audience, evidence base, call-to-action, and evaluation framework. Submit with a 200-word critical reflection on your advocacy choices.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8AA77"/>
                </a:solidFill>
                <a:latin typeface="Calibri"/>
              </a:rPr>
              <a:t>Project formats: Poster · Video · Model · Report · Presentation · Campaign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Apply one of Newton's laws to explain a movement you observed at the zoo. Be specific about force, mass and acceleration.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Identify one equity issue in wildlife conservation. Who is advantaged? Who is disadvantaged? Explain in 3 sentences.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class — or submit digitally as directed by your teacher.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