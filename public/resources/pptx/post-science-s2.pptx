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SCIENCE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Living Things &amp; Habitats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38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ST2-4LW-S  ·  ST2-2DP-T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38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the features and behaviours of animals that help them survive in their habitat.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name at least two features of an animal and explain how they help it survive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observe an animal at the zoo and record what I notice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link an animal's behaviour to its needs (food, safety, shelter)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A5238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WHAT DID WE DISCOVER?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Share: What was the most surprising thing you saw at the zoo?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Did any animal behave in an unexpected way?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animal scored you the most points — and why?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Open discussion — no wrong answers!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ANIMAL FEATURES WE OBSERVED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Look back at your Tracka observations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features did you notice most? (teeth, feet, colour, size)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Did the animal show any survival behaviours while you watched?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 your best observation with the class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LINKING BACK TO HABITATS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Think about the animal you observed most closely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habitat would it come from in the wild?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Would it survive if its habitat was destroyed? Why?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This connects to what scientists call conservation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CHARADES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Split into pairs. One person acts out an animal from Taronga Zoo — no sounds! Can your partner guess in 30 seconds?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Animal Habitat Diorama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one animal you observed at Taronga Zoo. Create a 3D diorama (shoebox, cardboard, natural materials) showing its wild habitat. Include: the animal, 3 things it needs to survive, and a fact card about threats to this habitat. Be ready to present your diorama to the class.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Name one feature of the animal you observed and explain WHY it helps the animal survive.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Rate your confidence: 🌱 Still learning / 🌿 Getting there / 🌳 Got it!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