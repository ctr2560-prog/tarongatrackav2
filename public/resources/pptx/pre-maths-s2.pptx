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Data, Measurement &amp; Patterns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MA2-DATA-01  ·  MA2-GM-02  ·  MA2-RN-01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Collect, organise and display data from real-world animal observations and identify number and measurement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create a tally chart and column graph from zoo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measure and compare lengths and masses using formal units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continue a number pattern, explaining the rule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369A1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on the excursion.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COLLECTING DATA AT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Data is information we collect to answer a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We can collect data by counting, measuring, or observing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the zoo: How many animals are in each enclosure? What do they eat?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Activity: design a tally chart to count animals by type (mammal, bird, reptile)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GRAPHS AND DISPLAYS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Column graphs show totals — each column is a 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Picture graphs use symbols — each symbol = one (or more) items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We will create a graph of animals we observe at Taronga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Look at this data — what does it tell us? What questions could we ask?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MEASURING AT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Length: how far from the viewing platform to the enclosure?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Mass: a gorilla weighs about 180 kg. What is that in grams?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Time: how long does a sea lion spend in the water vs on land?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Challenge: estimate, then check — which was closest?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PATTERN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Tracka awards points in patterns: 10, 20, 40, 80...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type of pattern is this? (doubling)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 I score 40 on Tiger and 80 on Lion, what might I score on Gorilla?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Make your own animal points pattern and share with a partner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CHARADES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Split into pairs. One person acts out an animal from Taronga Zoo — no sounds! Can your partner guess in 30 seconds?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Counting and sorting animals by category, measuring distances on the zoo map, recording data in tally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69A1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Mathematics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one thing you measured or counted at the zoo. Show this as a number sentence.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Can you continue this pattern? 5, 10, 20, 40, _____, _____  What's the rule?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