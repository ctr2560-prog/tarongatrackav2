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Living Things &amp; Habitats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ST2-4LW-S  ·  ST2-2DP-T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the features and behaviours of animals that help them survive in their habitat.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name at least two features of an animal and explain how they help it survive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observe an animal at the zoo and record what I notice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link an animal's behaviour to its needs (food, safety, shelter)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DO ANIMALS NEED TO SURVIVE?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 about a pet or an animal you know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does it eat? Where does it live?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would happen if its habitat changed?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with a partner — 30 seconds 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HABITATS AROUND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habitat is the place where an animal lives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Zoo has animals from rainforests, savannas, and coasts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Each animal is adapted to its habitat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which habitat do you think is hardest to survive in?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ANIMAL FEATURES &amp; ADAPTATIONS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Strong legs for running away from predators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Camouflage to hide from danger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Sharp teeth or claws for hunting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Look at these animals — what feature stands out?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PLANNING YOUR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Taronga, you will observe real animals using Tracka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Record: What does the animal DO? What does it look like?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 about: Is this behaviour about finding food, staying safe, or resting?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more detail you write, the more points you earn!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Observing animal features and behaviours; recording what animals eat and how they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Name one feature of the animal you observed and explain WHY it helps the animal survive.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Rate your confidence: 🌱 Still learning / 🌿 Getting there / 🌳 Got it!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