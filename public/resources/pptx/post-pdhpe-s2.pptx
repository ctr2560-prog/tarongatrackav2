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858000" y="0"/>
            <a:ext cx="2286000" cy="1828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03720" y="91440"/>
            <a:ext cx="2148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Calibri"/>
              </a:rPr>
              <a:t>PDHPE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03720" y="50292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Calibri"/>
              </a:rPr>
              <a:t>STAGE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03720" y="10972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A8C4B2"/>
                </a:solidFill>
                <a:latin typeface="Calibri"/>
              </a:rPr>
              <a:t>POST-VISIT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371600"/>
            <a:ext cx="60350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libri"/>
              </a:rPr>
              <a:t>Health, Movement &amp; Wellbeing
After the Zoo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9184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E185D"/>
                </a:solidFill>
                <a:latin typeface="Calibri"/>
              </a:rPr>
              <a:t>TARONGA TRACKA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749039"/>
            <a:ext cx="7772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88AA99"/>
                </a:solidFill>
                <a:latin typeface="Calibri"/>
              </a:rPr>
              <a:t>NSW Outcomes: PD2-2  ·  PD2-4  ·  PD2-10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0080" y="4160520"/>
            <a:ext cx="7863840" cy="22860"/>
          </a:xfrm>
          <a:prstGeom prst="rect">
            <a:avLst/>
          </a:prstGeom>
          <a:solidFill>
            <a:srgbClr val="2E7D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4297680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A8C4B2"/>
                </a:solidFill>
                <a:latin typeface="Calibri"/>
              </a:rPr>
              <a:t>Consolidate learning after the Taronga excursion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88AA99"/>
                </a:solidFill>
                <a:latin typeface="Calibri"/>
              </a:rPr>
              <a:t>taronga.org.au  ·  tarongatracka.com.au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82296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137160"/>
            <a:ext cx="8595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LEARNING INTENTION &amp; SUCCESS CRITERIA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8595360" cy="1371600"/>
          </a:xfrm>
          <a:prstGeom prst="rect">
            <a:avLst/>
          </a:prstGeom>
          <a:solidFill>
            <a:srgbClr val="0E2E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73152" cy="13716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14300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BE185D"/>
                </a:solidFill>
                <a:latin typeface="Calibri"/>
              </a:rPr>
              <a:t>LEARNING INTENTION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63040"/>
            <a:ext cx="8138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Identify how animals meet their health needs through movement and behaviour, and connect these to our own health and wellbeing practices.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2697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D97706"/>
                </a:solidFill>
                <a:latin typeface="Calibri"/>
              </a:rPr>
              <a:t>SUCCESS CRITERIA — I can...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310896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4320" y="310896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11480" y="321868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9768" y="320040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0040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describe how an animal moves and what need this movement meets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393192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393192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11480" y="404164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9768" y="4023359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23359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identify at least two ways animals and humans have similar health needs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4754880"/>
            <a:ext cx="8595360" cy="6858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" y="4754880"/>
            <a:ext cx="73152" cy="6858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4864608"/>
            <a:ext cx="320040" cy="3200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4846320"/>
            <a:ext cx="292608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I can observe animal body language and describe what emotion it might show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3100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926080" y="914400"/>
            <a:ext cx="329184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69080" y="1371600"/>
            <a:ext cx="10058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0" i="0">
                <a:solidFill>
                  <a:srgbClr val="BE185D"/>
                </a:solidFill>
                <a:latin typeface="Calibri"/>
              </a:rPr>
              <a:t>▶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36118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VIDEO PLACEHOLDER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6052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A8C4B2"/>
                </a:solidFill>
                <a:latin typeface="Calibri"/>
              </a:rPr>
              <a:t>Insert a short clip reviewing the animals students observed at the zoo.
Suggested: student video from the visit, Taronga social media, or conservation documentary.
Aim for 2–4 minutes — use as a reflection anchor.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852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558866"/>
                </a:solidFill>
                <a:latin typeface="Calibri"/>
              </a:rPr>
              <a:t>Teacher note: embed your chosen video directly into this slide before presenting.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MOVEMENT OBSERVATIONS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4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Share: what was the most impressive animal movement you saw?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Which movement could you try in PE? Let's try it now — 30 seconds each!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Compare: gorilla walk vs sea lion movement — what's different about how they use their body?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Class vote: which animal is the best "athlete"?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HEALTH AND ENVIRONMENT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5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Did the animals seem healthy? What made you think that?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What do zookeepers do to keep animals healthy? (vet care, enrichment, diet)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Connection: zookeepers are like PE teachers/nurses for animals!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What can animals teach us about looking after our own health?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77724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64592"/>
            <a:ext cx="8229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Calibri"/>
              </a:rPr>
              <a:t>EMOTIONAL WELLBEING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0" y="18288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A8C4B2"/>
                </a:solidFill>
                <a:latin typeface="Calibri"/>
              </a:rPr>
              <a:t>6 / 9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05156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05156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16128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Did you see any animals that seemed stressed or bored?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205740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205740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216712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What does enrichment mean for zoo animals? (puzzle feeders, new objects, social time)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" y="306324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" y="306324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317296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Humans need enrichment too! What's YOUR version of enrichment?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4069080"/>
            <a:ext cx="8595360" cy="86868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4320" y="4069080"/>
            <a:ext cx="54864" cy="86868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4178808"/>
            <a:ext cx="82296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FFFFFF"/>
                </a:solidFill>
                <a:latin typeface="Calibri"/>
              </a:rPr>
              <a:t>Discuss: how does school provide enrichment for your brain and body?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51A1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10058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37160"/>
            <a:ext cx="82296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071E14"/>
                </a:solidFill>
                <a:latin typeface="Calibri"/>
              </a:rPr>
              <a:t>🧠  BRAIN BREAK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325880"/>
            <a:ext cx="85953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D97706"/>
                </a:solidFill>
                <a:latin typeface="Calibri"/>
              </a:rPr>
              <a:t>ANIMAL CHARADES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2011680"/>
            <a:ext cx="8595360" cy="256032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2011680"/>
            <a:ext cx="91440" cy="256032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2148840"/>
            <a:ext cx="8138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FFFFFF"/>
                </a:solidFill>
                <a:latin typeface="Calibri"/>
              </a:rPr>
              <a:t>Split into pairs. One person acts out an animal from Taronga Zoo — no sounds! Can your partner guess in 30 seconds?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754880"/>
            <a:ext cx="8595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88AA77"/>
                </a:solidFill>
                <a:latin typeface="Calibri"/>
              </a:rPr>
              <a:t>⏱  Allow 3–5 minutes  ·  Everyone participates!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5039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ACTION PROJECT — Apply Your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74320" y="11887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D97706"/>
                </a:solidFill>
                <a:latin typeface="Calibri"/>
              </a:rPr>
              <a:t>Health &amp; Movement Poster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691640"/>
            <a:ext cx="8595360" cy="274320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691640"/>
            <a:ext cx="73152" cy="2743200"/>
          </a:xfrm>
          <a:prstGeom prst="rect">
            <a:avLst/>
          </a:prstGeom>
          <a:solidFill>
            <a:srgbClr val="BE18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813816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  <a:latin typeface="Calibri"/>
              </a:rPr>
              <a:t>Create an A3 poster comparing the health and movement needs of one Taronga Zoo animal to a human. Include: 3 types of movement each animal/human does and why, 2 emotions shown through body language, a "day in the life" comparing the animal's routine to yours, and one thing YOU could do to support this animal's health (donate, raise awareness, change a habit). Make it colourful and include drawings or printed images.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61772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88AA77"/>
                </a:solidFill>
                <a:latin typeface="Calibri"/>
              </a:rPr>
              <a:t>Project formats: Poster · Video · Model · Report · Presentation · Campaign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73152"/>
            <a:ext cx="9144000" cy="914400"/>
          </a:xfrm>
          <a:prstGeom prst="rect">
            <a:avLst/>
          </a:prstGeom>
          <a:solidFill>
            <a:srgbClr val="1A140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20040" y="182880"/>
            <a:ext cx="82296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D97706"/>
                </a:solidFill>
                <a:latin typeface="Calibri"/>
              </a:rPr>
              <a:t>🎫  EXIT TICKET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23444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23444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12" y="137160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41732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Name one movement you saw an animal doing at Taronga Zoo. Why do you think it was moving that way?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" y="3154680"/>
            <a:ext cx="8595360" cy="1691640"/>
          </a:xfrm>
          <a:prstGeom prst="rect">
            <a:avLst/>
          </a:prstGeom>
          <a:solidFill>
            <a:srgbClr val="0A26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74320" y="3154680"/>
            <a:ext cx="73152" cy="1691640"/>
          </a:xfrm>
          <a:prstGeom prst="rect">
            <a:avLst/>
          </a:prstGeom>
          <a:solidFill>
            <a:srgbClr val="D9770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8912" y="3291840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D97706"/>
                </a:solidFill>
                <a:latin typeface="Calibri"/>
              </a:rPr>
              <a:t>Q2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337560"/>
            <a:ext cx="81381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Write one way your health is similar to an animal's health and one way it's different.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" y="6035040"/>
            <a:ext cx="8595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88AA77"/>
                </a:solidFill>
                <a:latin typeface="Calibri"/>
              </a:rPr>
              <a:t>Hand in before leaving class — or submit digitally as directed by your teacher.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3680"/>
            <a:ext cx="9144000" cy="274320"/>
          </a:xfrm>
          <a:prstGeom prst="rect">
            <a:avLst/>
          </a:prstGeom>
          <a:solidFill>
            <a:srgbClr val="1A52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82880" y="6601968"/>
            <a:ext cx="8778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558866"/>
                </a:solidFill>
                <a:latin typeface="Calibri"/>
              </a:rPr>
              <a:t>taronga.org.au  ·  TARONGA TRACKA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