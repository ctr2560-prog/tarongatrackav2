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Health, Movement &amp; Wellbeing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PD2-2  ·  PD2-4  ·  PD2-10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how animals meet their health needs through movement and behaviour, and connect these to our own health and wellbeing practices.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describe how an animal moves and what need this movement meets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at least two ways animals and humans have similar health needs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observe animal body language and describe what emotion it might show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MOVEMENT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Share: what was the most impressive animal movement you saw?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movement could you try in PE? Let's try it now — 30 seconds each!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Compare: gorilla walk vs sea lion movement — what's different about how they use their body?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 vote: which animal is the best "athlete"?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the animals seem healthy? What made you think that?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 zookeepers do to keep animals healthy? (vet care, enrichment, diet)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Connection: zookeepers are like PE teachers/nurses for animals!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can animals teach us about looking after our own health?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EMOTIONAL WELLBEING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you see any animals that seemed stressed or bored?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enrichment mean for zoo animals? (puzzle feeders, new objects, social 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Humans need enrichment too! What's YOUR version of enrichment?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how does school provide enrichment for your brain and body?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Health &amp; Movement Poster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Create an A3 poster comparing the health and movement needs of one Taronga Zoo animal to a human. Include: 3 types of movement each animal/human does and why, 2 emotions shown through body language, a "day in the life" comparing the animal's routine to yours, and one thing YOU could do to support this animal's health (donate, raise awareness, change a habit). Make it colourful and include drawings or printed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movement you saw an animal doing today. Why do you think it was moving that way?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way your health is similar to an animal's health and one way it's different.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